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48" r:id="rId2"/>
    <p:sldMasterId id="2147483652" r:id="rId3"/>
  </p:sldMasterIdLst>
  <p:notesMasterIdLst>
    <p:notesMasterId r:id="rId19"/>
  </p:notesMasterIdLst>
  <p:handoutMasterIdLst>
    <p:handoutMasterId r:id="rId20"/>
  </p:handoutMasterIdLst>
  <p:sldIdLst>
    <p:sldId id="271" r:id="rId4"/>
    <p:sldId id="256" r:id="rId5"/>
    <p:sldId id="258" r:id="rId6"/>
    <p:sldId id="262" r:id="rId7"/>
    <p:sldId id="263" r:id="rId8"/>
    <p:sldId id="260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3" r:id="rId18"/>
  </p:sldIdLst>
  <p:sldSz cx="12192000" cy="6858000"/>
  <p:notesSz cx="10234613" cy="710406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3E6"/>
    <a:srgbClr val="FFFFE5"/>
    <a:srgbClr val="BF9000"/>
    <a:srgbClr val="7C9DCE"/>
    <a:srgbClr val="1991FF"/>
    <a:srgbClr val="1971FF"/>
    <a:srgbClr val="009E47"/>
    <a:srgbClr val="00FF00"/>
    <a:srgbClr val="C55A11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136" y="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1764764-F7B7-4619-934D-9CC2DA7D773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4434999" cy="356848"/>
          </a:xfrm>
          <a:prstGeom prst="rect">
            <a:avLst/>
          </a:prstGeom>
        </p:spPr>
        <p:txBody>
          <a:bodyPr vert="horz" lIns="96645" tIns="48323" rIns="96645" bIns="48323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8A1338-F101-5E10-CC5D-2790077B64D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797838" y="0"/>
            <a:ext cx="4434999" cy="356848"/>
          </a:xfrm>
          <a:prstGeom prst="rect">
            <a:avLst/>
          </a:prstGeom>
        </p:spPr>
        <p:txBody>
          <a:bodyPr vert="horz" lIns="96645" tIns="48323" rIns="96645" bIns="48323" rtlCol="0"/>
          <a:lstStyle>
            <a:lvl1pPr algn="r">
              <a:defRPr sz="1300"/>
            </a:lvl1pPr>
          </a:lstStyle>
          <a:p>
            <a:fld id="{99D69C7F-8110-406B-A63E-81EB2EBDFE06}" type="datetimeFigureOut">
              <a:rPr lang="zh-CN" altLang="en-US" smtClean="0"/>
              <a:t>2025/9/27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7E4FB9-0392-C2B7-584F-62331B974F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6747217"/>
            <a:ext cx="4434999" cy="356847"/>
          </a:xfrm>
          <a:prstGeom prst="rect">
            <a:avLst/>
          </a:prstGeom>
        </p:spPr>
        <p:txBody>
          <a:bodyPr vert="horz" lIns="96645" tIns="48323" rIns="96645" bIns="48323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524316-12F8-295D-718D-5D2EB1C9AE7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797838" y="6747217"/>
            <a:ext cx="4434999" cy="356847"/>
          </a:xfrm>
          <a:prstGeom prst="rect">
            <a:avLst/>
          </a:prstGeom>
        </p:spPr>
        <p:txBody>
          <a:bodyPr vert="horz" lIns="96645" tIns="48323" rIns="96645" bIns="48323" rtlCol="0" anchor="b"/>
          <a:lstStyle>
            <a:lvl1pPr algn="r">
              <a:defRPr sz="1300"/>
            </a:lvl1pPr>
          </a:lstStyle>
          <a:p>
            <a:fld id="{F545FEA8-D3DB-4D9A-BCE9-EEC10C5A98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341688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434999" cy="356848"/>
          </a:xfrm>
          <a:prstGeom prst="rect">
            <a:avLst/>
          </a:prstGeom>
        </p:spPr>
        <p:txBody>
          <a:bodyPr vert="horz" lIns="96645" tIns="48323" rIns="96645" bIns="48323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838" y="0"/>
            <a:ext cx="4434999" cy="356848"/>
          </a:xfrm>
          <a:prstGeom prst="rect">
            <a:avLst/>
          </a:prstGeom>
        </p:spPr>
        <p:txBody>
          <a:bodyPr vert="horz" lIns="96645" tIns="48323" rIns="96645" bIns="48323" rtlCol="0"/>
          <a:lstStyle>
            <a:lvl1pPr algn="r">
              <a:defRPr sz="1300"/>
            </a:lvl1pPr>
          </a:lstStyle>
          <a:p>
            <a:fld id="{002F3B7A-C25F-4CE1-8FEE-39C6D6ACD16A}" type="datetimeFigureOut">
              <a:rPr lang="zh-CN" altLang="en-US" smtClean="0"/>
              <a:t>2025/9/27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984500" y="887413"/>
            <a:ext cx="4265613" cy="2398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45" tIns="48323" rIns="96645" bIns="48323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3462" y="3418832"/>
            <a:ext cx="8187690" cy="2797224"/>
          </a:xfrm>
          <a:prstGeom prst="rect">
            <a:avLst/>
          </a:prstGeom>
        </p:spPr>
        <p:txBody>
          <a:bodyPr vert="horz" lIns="96645" tIns="48323" rIns="96645" bIns="48323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6747217"/>
            <a:ext cx="4434999" cy="356847"/>
          </a:xfrm>
          <a:prstGeom prst="rect">
            <a:avLst/>
          </a:prstGeom>
        </p:spPr>
        <p:txBody>
          <a:bodyPr vert="horz" lIns="96645" tIns="48323" rIns="96645" bIns="48323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838" y="6747217"/>
            <a:ext cx="4434999" cy="356847"/>
          </a:xfrm>
          <a:prstGeom prst="rect">
            <a:avLst/>
          </a:prstGeom>
        </p:spPr>
        <p:txBody>
          <a:bodyPr vert="horz" lIns="96645" tIns="48323" rIns="96645" bIns="48323" rtlCol="0" anchor="b"/>
          <a:lstStyle>
            <a:lvl1pPr algn="r">
              <a:defRPr sz="1300"/>
            </a:lvl1pPr>
          </a:lstStyle>
          <a:p>
            <a:fld id="{86C45646-8B8D-4071-B4CD-95D56DF2F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358266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763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式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75A66B2-2DB2-4F89-0BBA-D5CD2C60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800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其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8">
            <a:extLst>
              <a:ext uri="{FF2B5EF4-FFF2-40B4-BE49-F238E27FC236}">
                <a16:creationId xmlns:a16="http://schemas.microsoft.com/office/drawing/2014/main" id="{FDFD55FC-B95B-087D-6A16-A70E945C7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59359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1DD6D5C-0C75-C154-6AEF-A8A8F608B5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590" t="4311" r="5734" b="10737"/>
          <a:stretch>
            <a:fillRect/>
          </a:stretch>
        </p:blipFill>
        <p:spPr>
          <a:xfrm>
            <a:off x="3126000" y="1033479"/>
            <a:ext cx="5940000" cy="3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2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C122279-C0AB-BECD-6DAC-4EFEE92A3F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851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3875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2.xml"/><Relationship Id="rId7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slide" Target="slide9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6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幻灯片缩放定位 2">
                <a:extLst>
                  <a:ext uri="{FF2B5EF4-FFF2-40B4-BE49-F238E27FC236}">
                    <a16:creationId xmlns:a16="http://schemas.microsoft.com/office/drawing/2014/main" id="{A5EBF9C3-0D10-E023-8A0F-09F79DA395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35310248"/>
                  </p:ext>
                </p:extLst>
              </p:nvPr>
            </p:nvGraphicFramePr>
            <p:xfrm>
              <a:off x="2271394" y="2519449"/>
              <a:ext cx="3233958" cy="1819101"/>
            </p:xfrm>
            <a:graphic>
              <a:graphicData uri="http://schemas.microsoft.com/office/powerpoint/2016/slidezoom">
                <pslz:sldZm>
                  <pslz:sldZmObj sldId="256" cId="3734341259">
                    <pslz:zmPr id="{8A9B5353-A793-41A3-96E5-3BE7ED86A45E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33958" cy="181910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幻灯片缩放定位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EBF9C3-0D10-E023-8A0F-09F79DA395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71394" y="2519449"/>
                <a:ext cx="3233958" cy="181910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幻灯片缩放定位 4">
                <a:extLst>
                  <a:ext uri="{FF2B5EF4-FFF2-40B4-BE49-F238E27FC236}">
                    <a16:creationId xmlns:a16="http://schemas.microsoft.com/office/drawing/2014/main" id="{05D57391-D162-A119-F88A-5D80CD00788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31521708"/>
                  </p:ext>
                </p:extLst>
              </p:nvPr>
            </p:nvGraphicFramePr>
            <p:xfrm>
              <a:off x="6328551" y="2519448"/>
              <a:ext cx="3233958" cy="1819102"/>
            </p:xfrm>
            <a:graphic>
              <a:graphicData uri="http://schemas.microsoft.com/office/powerpoint/2016/slidezoom">
                <pslz:sldZm>
                  <pslz:sldZmObj sldId="265" cId="3381834881">
                    <pslz:zmPr id="{F635E814-9518-4FDD-8C1F-F2B8429CB0D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33958" cy="181910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幻灯片缩放定位 4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5D57391-D162-A119-F88A-5D80CD00788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28551" y="2519448"/>
                <a:ext cx="3233958" cy="181910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pic>
        <p:nvPicPr>
          <p:cNvPr id="2050" name="Picture 2" descr="Ever wonder why your mouse cursor is slanted? | by ajiitha | Prototypr">
            <a:extLst>
              <a:ext uri="{FF2B5EF4-FFF2-40B4-BE49-F238E27FC236}">
                <a16:creationId xmlns:a16="http://schemas.microsoft.com/office/drawing/2014/main" id="{A0819616-268D-2F35-A6EF-DD36CBAAB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804" y="4338550"/>
            <a:ext cx="351548" cy="50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ver wonder why your mouse cursor is slanted? | by ajiitha | Prototypr">
            <a:extLst>
              <a:ext uri="{FF2B5EF4-FFF2-40B4-BE49-F238E27FC236}">
                <a16:creationId xmlns:a16="http://schemas.microsoft.com/office/drawing/2014/main" id="{5E68F70E-2E67-C2CA-57E9-BE9ED284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961" y="4338549"/>
            <a:ext cx="351548" cy="50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1606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4E9190ED-7AF4-95CC-A980-5FE199667520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/>
              <a:t>Manual for</a:t>
            </a:r>
          </a:p>
          <a:p>
            <a:pPr algn="ctr"/>
            <a:r>
              <a:rPr lang="en-US" altLang="zh-CN" b="1" dirty="0"/>
              <a:t>IIDX Pico/Teeny/Jumbo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ECA1310-B9F8-9A4A-4108-7A6BDB321294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A13D3C-50A8-DD1E-7F57-224BE692341B}"/>
              </a:ext>
            </a:extLst>
          </p:cNvPr>
          <p:cNvSpPr txBox="1"/>
          <p:nvPr/>
        </p:nvSpPr>
        <p:spPr>
          <a:xfrm>
            <a:off x="-42641" y="-15125"/>
            <a:ext cx="1942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0083E6"/>
                </a:solidFill>
              </a:rPr>
              <a:t>English</a:t>
            </a:r>
            <a:endParaRPr lang="zh-CN" altLang="en-US" sz="4000" dirty="0">
              <a:solidFill>
                <a:srgbClr val="0083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341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POWER-ON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E6E2637-9F6C-3912-359C-68A8EA1C1110}"/>
              </a:ext>
            </a:extLst>
          </p:cNvPr>
          <p:cNvSpPr txBox="1"/>
          <p:nvPr/>
        </p:nvSpPr>
        <p:spPr>
          <a:xfrm>
            <a:off x="8623299" y="532507"/>
            <a:ext cx="1101117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NORMAL 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976E10BB-0DF0-AB0A-FDC6-2EF48D79C205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99691"/>
            <a:ext cx="299059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84587" y="1383018"/>
            <a:ext cx="161518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07218" y="1638465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Firmware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Update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DAB5956-B96D-3BE8-1B50-BDA805009E4B}"/>
              </a:ext>
            </a:extLst>
          </p:cNvPr>
          <p:cNvSpPr txBox="1"/>
          <p:nvPr/>
        </p:nvSpPr>
        <p:spPr>
          <a:xfrm>
            <a:off x="10507110" y="532507"/>
            <a:ext cx="102653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160C77F0-F107-9C31-6478-C9FD2DB5BE94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99691"/>
            <a:ext cx="208998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64288B23-6692-0B64-AA76-B9F199FC2D3B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21906" y="1520337"/>
            <a:ext cx="161518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C414146-6225-9E49-1D20-945EFA12CA8A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Device Mode will be saved in flash.</a:t>
            </a:r>
            <a:endParaRPr lang="zh-CN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022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632A3880-6E13-2DAD-4493-7168D4DCB640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097790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744380" y="1553631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SETUP 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759A2FC-4800-5EBA-A90A-D70EA2441814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TT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Effect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DBE85F7-0999-F7DC-E1CC-450D9F145D19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Off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C66D444-A49A-457F-8041-D6762ACACBD5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Release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268326C-5710-A117-D2C7-3F36551D2446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Theme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8FF11EF-2D67-8AA1-975B-989DCA89400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On</a:t>
            </a:r>
          </a:p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B39A25D-3FB5-8488-D6AB-4116F870FCA3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Trigger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C4D0F25-2AD5-0869-5F7E-34A1A48E15E0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ED754121-08A1-B733-B738-EE93E051FA2E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323D88EB-DF41-3BAC-C388-2117A3977FDE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8B994459-D4F4-C5C6-A9A2-998AB2C47BE5}"/>
              </a:ext>
            </a:extLst>
          </p:cNvPr>
          <p:cNvSpPr txBox="1"/>
          <p:nvPr/>
        </p:nvSpPr>
        <p:spPr>
          <a:xfrm>
            <a:off x="4709632" y="892185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LEVEL 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81F8C91F-0DF9-A78F-9FA4-3627206ECEC6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916F607E-44E8-08BA-E148-2E38F1DEA424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FA84C167-5D37-C5A6-1A5E-95BF9B52C92A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551833" y="-1430741"/>
            <a:ext cx="290606" cy="4936458"/>
          </a:xfrm>
          <a:prstGeom prst="bentConnector3">
            <a:avLst>
              <a:gd name="adj1" fmla="val 319201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04890B8-A9AD-3B85-4D6D-4F87248A45DB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0B60145-A5DB-47E1-BA85-7E15B4D4A6DE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E58B489-17DF-3D8B-D006-E09C1D82CC18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FB77F0B-EFC8-CF9D-E6FF-AEFA0FD1C186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09E83-8020-4340-C62B-3DC5B0A4F453}"/>
              </a:ext>
            </a:extLst>
          </p:cNvPr>
          <p:cNvSpPr txBox="1"/>
          <p:nvPr/>
        </p:nvSpPr>
        <p:spPr>
          <a:xfrm>
            <a:off x="1060449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200" b="1" dirty="0">
                <a:solidFill>
                  <a:schemeClr val="bg1"/>
                </a:solidFill>
              </a:rPr>
              <a:t>Hold 5 Seconds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699736D9-ED74-8D03-B2F0-1A8DC6B0B2D8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3913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CE1DB3A7-FD40-5310-740A-420288123EDF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2413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3C430160-9962-73D1-6065-B13551FE86AC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D480E97-14A7-EED0-0438-E0EBB56034C5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solidFill>
                  <a:srgbClr val="BF9000"/>
                </a:solidFill>
              </a:rPr>
              <a:t>Choose Function</a:t>
            </a:r>
            <a:endParaRPr lang="zh-CN" altLang="en-US" sz="1400" b="1" dirty="0">
              <a:solidFill>
                <a:srgbClr val="BF9000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6D94349-0836-37F0-BA3C-493BDECEAF06}"/>
              </a:ext>
            </a:extLst>
          </p:cNvPr>
          <p:cNvSpPr txBox="1"/>
          <p:nvPr/>
        </p:nvSpPr>
        <p:spPr>
          <a:xfrm>
            <a:off x="7280391" y="601337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solidFill>
                  <a:srgbClr val="7C9DCE"/>
                </a:solidFill>
              </a:rPr>
              <a:t>Switch Profile</a:t>
            </a:r>
            <a:endParaRPr lang="zh-CN" altLang="en-US" sz="1400" b="1" dirty="0">
              <a:solidFill>
                <a:srgbClr val="7C9D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8425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LEVEL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15441" y="1082604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Level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485A5E57-A203-7FC8-F4B2-26DCB1B32A71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3C47F2-E0ED-9CC7-32DB-823BE8A51BAE}"/>
              </a:ext>
            </a:extLst>
          </p:cNvPr>
          <p:cNvSpPr txBox="1"/>
          <p:nvPr/>
        </p:nvSpPr>
        <p:spPr>
          <a:xfrm>
            <a:off x="7526908" y="5393376"/>
            <a:ext cx="2085483" cy="3497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Quick Set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6AD6E91-1A22-BB9B-7D95-55D299AC2D56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94EF032-1E3C-EF73-592C-F884F8DFFA7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0E0C1A2-AAE2-C2D9-11EF-F88EFE34EF59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CFD66D6-C677-7C3E-25BF-D5E878680322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F3CB319-D5C7-CAE0-B67A-A2B662D654B1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8043554-1B21-38C2-4DA9-8332BA1CFD4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4A3994B3-B51A-1A88-E0F2-88217F19C0B3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BAAE547-2A37-B106-855A-44D682060B50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F14A98B-B308-1893-549C-185E06105ADE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B1F2CB0-2509-2565-179D-A00321EE97EF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249703A2-0EF7-99ED-6B78-26BFBAB7872A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Turntable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304D518-760A-6827-3D5E-D9B272D8D83A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3F7FBF5-EBC7-9E1B-D33E-6B9B644B5CC8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Buttons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FACBD9-C284-C43D-1E15-71D118C61F77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 dirty="0"/>
              <a:t>Level means maximum brightness.</a:t>
            </a:r>
          </a:p>
          <a:p>
            <a:r>
              <a:rPr lang="en-US" altLang="zh-CN" dirty="0"/>
              <a:t>Level for turntable and buttons are separate.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6009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SETUP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F7F3EF8-8465-2BA2-34EA-E2E92219F49D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9AB74B2-5405-393B-F951-26391C546C7C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6AB61B0-A47A-5483-B1E8-851C74F8C2D8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907594F9-BBE9-7DB8-DD22-C72E7397185E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Select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72AEB7-7B5E-8A76-EAE5-ED8876F9C003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31FA67F2-41C4-1BFE-E961-E325B20C6EA7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FF0000"/>
                </a:solidFill>
              </a:rPr>
              <a:t>Set First 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571555C-B86A-B27A-A974-F052CFA582A2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C72D339-CE9D-D8EF-2038-72A180267ACE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1971FF"/>
                </a:solidFill>
              </a:rPr>
              <a:t>Set Last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9F16BC3-F1FF-9900-2160-AEEB6FE7512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Direction</a:t>
            </a:r>
            <a:endParaRPr lang="zh-CN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38B5937-41CC-1325-7308-E772F91E936C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1D905472-86EA-A7E4-B255-463004C4D380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Sensor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Mode</a:t>
            </a:r>
            <a:endParaRPr lang="zh-CN" altLang="en-US" sz="1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6E910B92-3F07-F1CF-630C-3C5C5654F1A0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F63359B7-E3FA-947C-06CF-0DA93C6281F4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</a:p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rgbClr val="00B0F0"/>
                </a:solidFill>
              </a:rPr>
              <a:t>Reversed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B194B2D7-21D2-6CA3-4CD1-54BFA405BDA0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E62C67B6-13DA-53FE-5D48-4091013EAAB7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  <a:r>
              <a:rPr lang="en-US" altLang="zh-CN" sz="1200" b="1" dirty="0">
                <a:solidFill>
                  <a:srgbClr val="00B0F0"/>
                </a:solidFill>
              </a:rPr>
              <a:t> Reversed</a:t>
            </a: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FE5AEEC1-12F6-D1C3-5528-DC952F8E5C0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07A86E28-1D8F-467F-ED2D-A8D32F48B5C5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7F20EE-3922-4009-3253-DC5798E12F7A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Turntable Resolution</a:t>
            </a:r>
            <a:endParaRPr lang="zh-CN" altLang="en-US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54CFE77-1E86-9B71-A0E0-9B85DEAE9E0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3B2CCB1-259A-82EF-7B2C-FC32377F5A3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03B8810-38DC-C970-C9A4-4BAE77F5C6CB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606364-48FC-7A30-1AED-12F6B5AE3713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A0BBA6-0FED-6E48-F8AB-E1075F9FB86A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Buttons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32B89DF-71B6-6D29-74C5-A149D23AA00D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Turntable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4147041-05C9-B358-2F4C-D9FA0CCA5AF2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1CBF2C04-4E57-6D2A-4AD5-938345669712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A369764-8B40-A62A-8CF1-85DE2B4A2E06}"/>
              </a:ext>
            </a:extLst>
          </p:cNvPr>
          <p:cNvSpPr txBox="1"/>
          <p:nvPr/>
        </p:nvSpPr>
        <p:spPr>
          <a:xfrm>
            <a:off x="10746343" y="2681642"/>
            <a:ext cx="1188611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 Color</a:t>
            </a:r>
            <a:br>
              <a:rPr lang="en-US" altLang="zh-CN" dirty="0"/>
            </a:br>
            <a:r>
              <a:rPr lang="en-US" altLang="zh-CN" dirty="0"/>
              <a:t>Format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014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AA8B955D-BA01-D9D2-E82F-5295C1038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Key On/Off Light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830B7B6-1901-0ED6-033F-60754D58AF96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609FAC8-F77A-78A3-9608-817854EDA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1D8B1BD-2E7E-3166-0B08-68D42FE19A4D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1. Set Hue</a:t>
              </a:r>
              <a:br>
                <a:rPr lang="en-US" altLang="zh-CN" sz="1600" b="1" dirty="0"/>
              </a:br>
              <a:r>
                <a:rPr lang="en-US" altLang="zh-CN" sz="1600" b="1" dirty="0"/>
                <a:t>(Color)</a:t>
              </a:r>
              <a:endParaRPr lang="zh-CN" altLang="en-US" sz="1600" b="1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4F205D7F-5BC7-54FF-9212-06D8B09C2072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56CC69A-BA26-AB02-7113-E130E9909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EF4B5EAA-D9C4-BE06-319E-BE58668A9745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2. Set Saturation (Vividness )</a:t>
              </a:r>
              <a:endParaRPr lang="zh-CN" altLang="en-US" sz="1600" b="1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7CA9DEAB-931E-4FBD-6377-CD5D4DD40D6C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FC369411-7CE8-FE68-F038-98BC5FDE7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1B48ED4-AF9B-BBE1-4B0E-B03E4319EF56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3. Set Value (Brightness)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09C9B7E9-DC1D-E65A-AD14-69C34CC83A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366909"/>
              </p:ext>
            </p:extLst>
          </p:nvPr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91520D9F-59CC-426B-FCC8-6FC710312C72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159C8A2-87B8-43F5-3DA3-FE3C3FE512EC}"/>
              </a:ext>
            </a:extLst>
          </p:cNvPr>
          <p:cNvSpPr txBox="1"/>
          <p:nvPr/>
        </p:nvSpPr>
        <p:spPr>
          <a:xfrm>
            <a:off x="4837220" y="4586655"/>
            <a:ext cx="3817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/>
              <a:t>Select Keys to Apply</a:t>
            </a:r>
            <a:br>
              <a:rPr lang="en-US" altLang="zh-CN" sz="1600" b="1" dirty="0"/>
            </a:br>
            <a:r>
              <a:rPr lang="en-US" altLang="zh-CN" sz="1600" b="1" dirty="0"/>
              <a:t>(Toggle during the process)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AD481765-81F8-5461-ED7C-B6F8B1A2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4248" y="411171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B5BB8F89-5A6D-D1B4-2B1B-B219405B344F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D629B48-CDEA-A147-74CD-495122D4C507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4B686880-C57C-7E6A-23EC-F68431EF5EC8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9AE30383-1D28-D168-3E3F-D398BA161D80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CAA7A3B-D368-A772-CC4F-745559EA362B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588275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EC791DD1-EFC5-0473-EE3E-914F465A38AA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59E8563-EAA3-252B-AF84-0B91EAD1E7A8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Confirm</a:t>
            </a:r>
            <a:endParaRPr lang="zh-CN" altLang="en-US" sz="1600" b="1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392D170-9DA7-C4E1-1425-61BAFD434899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55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6536C-2D5B-255E-F403-E5A8664A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B43CF955-8A26-A691-58D7-44361102E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Key Trigger/Release Distance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F5F9CD7-1681-2BF9-1643-0F0B6AE1D2E5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06CF81C-978E-EE26-18B1-57950B863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7B35972E-3677-515D-643C-BC6D473D3F55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Set Distance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347E18AB-89B5-FD16-0D34-12ABE4ECFE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8630389"/>
              </p:ext>
            </p:extLst>
          </p:nvPr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A7C2725-79BF-6C36-C3E3-889679282222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A1A2D11-0F9D-C759-C60F-35F823CC0694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Select Keys to Apply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33286B5C-F81E-7BED-1E78-E4057B5CB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488" y="3015292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CC21B699-0090-6327-4C5A-2639152D79AE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F46E06F-EDAC-8C31-712C-A68F3B1198EE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784649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690675-8A5C-55A1-7EFF-109D4813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E2F225B9-C2D1-BA04-4708-2DA7F002DDC8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5000"/>
              </a:lnSpc>
            </a:pPr>
            <a:r>
              <a:rPr lang="en-US" altLang="zh-CN" b="1" dirty="0"/>
              <a:t>IIDX Pico/Teeny/Jumbo</a:t>
            </a:r>
          </a:p>
          <a:p>
            <a:pPr algn="ctr">
              <a:lnSpc>
                <a:spcPct val="125000"/>
              </a:lnSpc>
            </a:pPr>
            <a:r>
              <a:rPr lang="zh-CN" altLang="en-US" b="1" dirty="0"/>
              <a:t>操作手册</a:t>
            </a:r>
            <a:endParaRPr lang="en-US" altLang="zh-CN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890C7E-DC91-6EA4-61F3-5A449B96C42A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4492317-3E83-4835-4164-8C2D83431455}"/>
              </a:ext>
            </a:extLst>
          </p:cNvPr>
          <p:cNvSpPr txBox="1"/>
          <p:nvPr/>
        </p:nvSpPr>
        <p:spPr>
          <a:xfrm>
            <a:off x="-42641" y="-15125"/>
            <a:ext cx="13644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dirty="0">
                <a:solidFill>
                  <a:srgbClr val="FF0000"/>
                </a:solidFill>
              </a:rPr>
              <a:t>中文</a:t>
            </a:r>
          </a:p>
        </p:txBody>
      </p:sp>
    </p:spTree>
    <p:extLst>
      <p:ext uri="{BB962C8B-B14F-4D97-AF65-F5344CB8AC3E}">
        <p14:creationId xmlns:p14="http://schemas.microsoft.com/office/powerpoint/2010/main" val="3381834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1D812-5BA9-0BB6-A2CB-8144F2050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5C3CBE-D830-48AE-C36C-371E973AB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上电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185EF17-572E-6637-7D80-31307BF54A05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0BF303D-C3A7-A6FE-A8B7-83BDA49410F8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0208DEA-27EC-BDAB-AE6F-6042613ECF68}"/>
              </a:ext>
            </a:extLst>
          </p:cNvPr>
          <p:cNvSpPr txBox="1"/>
          <p:nvPr/>
        </p:nvSpPr>
        <p:spPr>
          <a:xfrm>
            <a:off x="8712200" y="627757"/>
            <a:ext cx="1012216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普通设备</a:t>
            </a: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1B444566-DD0C-E75E-2CB9-9CD5E45AD36D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79525"/>
            <a:ext cx="299059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C6F08998-9D1D-7156-08CC-54F15038B613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97845" y="1369760"/>
            <a:ext cx="135002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F22CD16-C4EC-CB5E-5C31-BC94328A0821}"/>
              </a:ext>
            </a:extLst>
          </p:cNvPr>
          <p:cNvSpPr txBox="1"/>
          <p:nvPr/>
        </p:nvSpPr>
        <p:spPr>
          <a:xfrm>
            <a:off x="10907218" y="1727365"/>
            <a:ext cx="1004489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固件更新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E497A5C-E648-8EF0-1D63-03B5D08B21FB}"/>
              </a:ext>
            </a:extLst>
          </p:cNvPr>
          <p:cNvSpPr txBox="1"/>
          <p:nvPr/>
        </p:nvSpPr>
        <p:spPr>
          <a:xfrm>
            <a:off x="10507110" y="627757"/>
            <a:ext cx="1404597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设备</a:t>
            </a: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5C669BF4-6EAA-6C08-7BEB-8A19558E53C9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79525"/>
            <a:ext cx="208998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474A83A9-BC29-D99F-6F99-AD99E702EC46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35164" y="1507079"/>
            <a:ext cx="135002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DC4DDEC2-D731-819F-716B-4505E2236D05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设备模式会存储在 </a:t>
            </a: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flash </a:t>
            </a: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里。</a:t>
            </a:r>
          </a:p>
        </p:txBody>
      </p:sp>
    </p:spTree>
    <p:extLst>
      <p:ext uri="{BB962C8B-B14F-4D97-AF65-F5344CB8AC3E}">
        <p14:creationId xmlns:p14="http://schemas.microsoft.com/office/powerpoint/2010/main" val="3530045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FBAF8-CADB-5CA2-58AD-D882D60C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7DE882-5CEA-5ECA-9EF7-2FA8FFA35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一般模式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8F79964-5FC7-36F4-A6A6-ACFC18A3BEA0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F11E11B-2E11-0F88-C119-9BF9905B2474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B06CBC1F-84E8-FB4D-AEF6-2F453BA6BD71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576C486A-D8BA-B37F-49C2-A61BC43462EE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102235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6231BF8-189D-85BE-29FA-5B075B778E5B}"/>
              </a:ext>
            </a:extLst>
          </p:cNvPr>
          <p:cNvSpPr txBox="1"/>
          <p:nvPr/>
        </p:nvSpPr>
        <p:spPr>
          <a:xfrm>
            <a:off x="10788830" y="1553631"/>
            <a:ext cx="1004489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基础设定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171957D-2BD2-DF57-082E-DCE6FCFBD412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2F33F29-4747-96A4-D31B-261427123FB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松键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1353E74-99AC-C695-EAED-9CE34C08AA47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恢复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0268800-E308-B20F-1AF1-121C7031C15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键盘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554FD2D-8894-011D-E89A-15113197F32F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压键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0890595-EA8B-82C8-3333-4D447BE0A43E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触发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3152F22-71C9-6FD3-BA65-6DFD2508EBA8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A32463B2-B62A-BE63-6BE1-1B8D25DDEB88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C747CF74-7A95-8721-04B1-0C6504002DE1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92957223-9041-B0B7-72EB-C9F432CACBDC}"/>
              </a:ext>
            </a:extLst>
          </p:cNvPr>
          <p:cNvSpPr txBox="1"/>
          <p:nvPr/>
        </p:nvSpPr>
        <p:spPr>
          <a:xfrm>
            <a:off x="4709632" y="892185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亮度设置</a:t>
            </a: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2346C257-63D2-BB3D-121C-6959F49D6AC5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F58D31CB-D919-2B10-5200-5A6975128501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672B6236-B55C-AD17-2423-F3B51CB99571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551833" y="-1430741"/>
            <a:ext cx="290606" cy="4936458"/>
          </a:xfrm>
          <a:prstGeom prst="bentConnector3">
            <a:avLst>
              <a:gd name="adj1" fmla="val 178663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763A801-D6EF-1584-4C05-2E6C45DBA9CF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E2FF953-0E7B-251F-7FAD-2D2E49425EC4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E782C5A-D105-5F43-163E-F98DD940C35E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54A23A6-98EB-B185-BAAC-F6937A5F9DF7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CB3B51A-C46D-7A80-27A3-D5D8EA57D0AB}"/>
              </a:ext>
            </a:extLst>
          </p:cNvPr>
          <p:cNvSpPr txBox="1"/>
          <p:nvPr/>
        </p:nvSpPr>
        <p:spPr>
          <a:xfrm>
            <a:off x="1064894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200" b="1" dirty="0">
                <a:solidFill>
                  <a:schemeClr val="bg1"/>
                </a:solidFill>
              </a:rPr>
              <a:t>按压</a:t>
            </a:r>
            <a:r>
              <a:rPr lang="en-US" altLang="zh-CN" sz="1200" b="1" dirty="0">
                <a:solidFill>
                  <a:schemeClr val="bg1"/>
                </a:solidFill>
              </a:rPr>
              <a:t> 5 </a:t>
            </a:r>
            <a:r>
              <a:rPr lang="zh-CN" altLang="en-US" sz="1200" b="1" dirty="0">
                <a:solidFill>
                  <a:schemeClr val="bg1"/>
                </a:solidFill>
              </a:rPr>
              <a:t>秒</a:t>
            </a: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D2CC277-4D59-6379-785D-08478AA3C662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8358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3952DFA1-9D23-296F-62C6-4ED587F27CB3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2413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E853EB25-28AB-2752-0817-0317F3F97A09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90230C5-638E-4FD2-C9C0-C17786D22DA9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BF9000"/>
                </a:solidFill>
              </a:rPr>
              <a:t>选择</a:t>
            </a:r>
            <a:br>
              <a:rPr lang="en-US" altLang="zh-CN" sz="1400" b="1" dirty="0">
                <a:solidFill>
                  <a:srgbClr val="BF9000"/>
                </a:solidFill>
              </a:rPr>
            </a:br>
            <a:r>
              <a:rPr lang="zh-CN" altLang="en-US" sz="1400" b="1" dirty="0">
                <a:solidFill>
                  <a:srgbClr val="BF9000"/>
                </a:solidFill>
              </a:rPr>
              <a:t>配置项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D26694E-D330-E959-A108-3A01E584E2F5}"/>
              </a:ext>
            </a:extLst>
          </p:cNvPr>
          <p:cNvSpPr txBox="1"/>
          <p:nvPr/>
        </p:nvSpPr>
        <p:spPr>
          <a:xfrm>
            <a:off x="7073900" y="696587"/>
            <a:ext cx="11942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7C9DCE"/>
                </a:solidFill>
              </a:rPr>
              <a:t>切换配置槽</a:t>
            </a:r>
          </a:p>
        </p:txBody>
      </p:sp>
    </p:spTree>
    <p:extLst>
      <p:ext uri="{BB962C8B-B14F-4D97-AF65-F5344CB8AC3E}">
        <p14:creationId xmlns:p14="http://schemas.microsoft.com/office/powerpoint/2010/main" val="204211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0F6A-E7C2-584A-3895-D3B3C346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EE20AE-E82B-B4A3-2198-233363EF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</a:t>
            </a:r>
            <a:r>
              <a:rPr lang="zh-CN" altLang="en-US" dirty="0"/>
              <a:t>亮度设置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41AE4B7-E611-E097-3848-4D7BD6880AE5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C58AEAE-12E5-DB5B-85A9-89C41E466921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D241B6B-AE9D-C8DE-D53D-EF9E8619BA26}"/>
              </a:ext>
            </a:extLst>
          </p:cNvPr>
          <p:cNvSpPr txBox="1"/>
          <p:nvPr/>
        </p:nvSpPr>
        <p:spPr>
          <a:xfrm>
            <a:off x="10945773" y="1518699"/>
            <a:ext cx="514616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0A57E46-9B35-B94B-CB28-5389BC41D421}"/>
              </a:ext>
            </a:extLst>
          </p:cNvPr>
          <p:cNvSpPr txBox="1"/>
          <p:nvPr/>
        </p:nvSpPr>
        <p:spPr>
          <a:xfrm>
            <a:off x="4609653" y="876242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亮度调整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B255BE-E056-8D1D-2A70-DC5C796E1E9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AD91A6CC-ACF6-151E-6F6C-EB570C89FF95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8CE4BF4-9520-8993-0E30-A186179440C0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A5EDA1A-F1C0-1A9E-BBD7-CD7D8600689A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CCCBC100-F4DF-D859-0115-64068665D901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7F145DB5-E022-CF5A-96A1-6A3A0343836F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9D79E5-ED3F-6F15-41BD-C3FA514F001D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</a:t>
            </a:r>
            <a:r>
              <a:rPr lang="zh-CN" altLang="en-US" dirty="0"/>
              <a:t>快捷设置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A540D01-E0CE-534C-11E5-EBC43B15E387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1CBD17B3-9CCE-0802-634B-7BAFA630844A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306C93E5-03F2-1D4F-F092-F9DE6225E0BE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49B71778-0E85-E7CE-60E0-8DEDD45DCB67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949602FB-1540-F4D0-455D-8CB7799ED8D4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207B8795-B34C-9CD7-96B0-EF8E1B733DF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D3DCB99-B133-B55D-CA63-4BF377DC9815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1A60FB1-F94F-79FE-7CEC-02D23F615976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E52C947-1DFB-218E-EBE1-41EE65887992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7AE123E-93B3-6BA8-34E7-40ED25F6C8C6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DC62B48-CE8A-2D9A-5AA7-5F61E4B5BA7E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转盘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2A1EA52-3CED-611A-1463-CEEA1712F559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990D1E9-F62F-5498-2240-195EC554D72C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按键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7BEC0E2-EB2D-0083-AA95-6BB8D48A35E4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CN" altLang="en-US" dirty="0"/>
              <a:t>亮度是指全局最大亮度。</a:t>
            </a:r>
            <a:endParaRPr lang="en-US" altLang="zh-CN" dirty="0"/>
          </a:p>
          <a:p>
            <a:r>
              <a:rPr lang="zh-CN" altLang="en-US" dirty="0"/>
              <a:t>转盘和按键的亮度可以分开设置。</a:t>
            </a:r>
          </a:p>
        </p:txBody>
      </p:sp>
    </p:spTree>
    <p:extLst>
      <p:ext uri="{BB962C8B-B14F-4D97-AF65-F5344CB8AC3E}">
        <p14:creationId xmlns:p14="http://schemas.microsoft.com/office/powerpoint/2010/main" val="298442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B9E4E-E207-B474-7167-403EE080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1E5D3A-3C65-638F-E745-E21D9945E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基础配置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085E63D-EE55-C783-7075-BF5C17858A70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1AC4F83-A02B-24D4-15F9-49C8ECE79822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6452C36-EBB7-FFB7-2FFC-E8EB5878A971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CBE5DB3-EEE3-7048-0C22-214F598366D0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CB11009-E790-4984-63FD-22156A9FA5F7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536CEF4-3950-5B46-18F2-46FFA38B0B2C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C0638FC-5496-D514-A17F-06B6D8FC33AB}"/>
              </a:ext>
            </a:extLst>
          </p:cNvPr>
          <p:cNvSpPr txBox="1"/>
          <p:nvPr/>
        </p:nvSpPr>
        <p:spPr>
          <a:xfrm>
            <a:off x="10945773" y="1518699"/>
            <a:ext cx="546588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4F91DF0-1C5D-1D3E-8B7A-02515FDA830B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设置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7CEDA0-A6B3-B7BF-85EA-4D02132C922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32D03F8E-7C18-3704-2345-028828D08E94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171B856-E3FF-2F22-7169-8D7BCFABA57A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85B04927-67BC-ED53-CEF7-DA729CBCF1D2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549720-F905-FE19-2DAF-D79AE7069A50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2CF6042-428D-3DEE-37ED-8CBB2565C99F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FF0000"/>
                </a:solidFill>
              </a:rPr>
              <a:t>设置首个 </a:t>
            </a:r>
            <a:r>
              <a:rPr lang="en-US" altLang="zh-CN" sz="1400" b="1" dirty="0">
                <a:solidFill>
                  <a:srgbClr val="FF0000"/>
                </a:solidFill>
              </a:rPr>
              <a:t>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32CE499-D1EC-08D3-D371-4A95C8CECD78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092F3249-AEB2-3D92-DE94-2C187FCBEA7C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1971FF"/>
                </a:solidFill>
              </a:rPr>
              <a:t>设置末尾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37D3618-8AFE-25DF-8DB2-2A2686B2F9D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2">
                    <a:lumMod val="75000"/>
                  </a:schemeClr>
                </a:solidFill>
              </a:rPr>
              <a:t>方向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DC42D6D-143C-1596-0902-16329DAFA204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7A6E260-6A9D-D83B-15B4-21840E27E1FF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传感器</a:t>
            </a:r>
            <a:b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模式</a:t>
            </a: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0ED73A2-BA97-ADD6-F0FE-3EF4079DF84D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699FF776-3D04-D92C-366B-E93358F0E88E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7E167A27-64B9-946E-98E8-D64D8D67D843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endParaRPr lang="en-US" altLang="zh-CN" sz="1200" b="1" dirty="0">
              <a:solidFill>
                <a:schemeClr val="accent4">
                  <a:lumMod val="75000"/>
                </a:schemeClr>
              </a:solidFill>
            </a:endParaRPr>
          </a:p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 </a:t>
            </a:r>
            <a:r>
              <a:rPr lang="zh-CN" altLang="en-US" sz="1200" b="1" dirty="0">
                <a:solidFill>
                  <a:srgbClr val="FF0000"/>
                </a:solidFill>
              </a:rPr>
              <a:t>专用</a:t>
            </a: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DDAB8A2A-1886-04D5-E6DB-6EC952F3482C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F06EDCD-88F6-5711-1EAC-9D457597A1D8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r>
              <a:rPr lang="en-US" altLang="zh-CN" sz="1200" b="1" dirty="0">
                <a:solidFill>
                  <a:srgbClr val="00B0F0"/>
                </a:solidFill>
              </a:rPr>
              <a:t> </a:t>
            </a: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endParaRPr lang="en-US" altLang="zh-CN" sz="1200" b="1" dirty="0">
              <a:solidFill>
                <a:srgbClr val="00B0F0"/>
              </a:solidFill>
            </a:endParaRP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6D353CF7-14FA-FBBA-51BC-427D3F071291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BABB85C0-B420-553E-2FC7-15BF42E502AA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15BBF6-BBFD-91C9-9896-FDA183582823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转盘分辨率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9CC83F5-7D4F-2265-A332-CDFA73EFCCB0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E4759B0-CB72-A8C2-33DC-C569726D45E0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15D501-6945-FD53-2383-7A9884368578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07E036C-D322-C7BB-E76C-ABA763F468C4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rgbClr val="0083E6"/>
                </a:solidFill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F188327-3A37-BCD8-BF82-BDE17D2D7134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按键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FE48E43-25AE-7846-3281-93ADE8F6EF0B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29DA4FD-2A44-1D4C-581F-8BF279ED2CC5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BBECCB25-0428-1B02-A4CB-01CEC33D7FB4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266201-16D9-6E79-E3B9-DEE4ED46816B}"/>
              </a:ext>
            </a:extLst>
          </p:cNvPr>
          <p:cNvSpPr txBox="1"/>
          <p:nvPr/>
        </p:nvSpPr>
        <p:spPr>
          <a:xfrm>
            <a:off x="10746343" y="2681642"/>
            <a:ext cx="1188611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</a:t>
            </a:r>
            <a:br>
              <a:rPr lang="en-US" altLang="zh-CN" dirty="0"/>
            </a:br>
            <a:r>
              <a:rPr lang="zh-CN" altLang="en-US" dirty="0"/>
              <a:t>像素格式</a:t>
            </a:r>
          </a:p>
        </p:txBody>
      </p:sp>
    </p:spTree>
    <p:extLst>
      <p:ext uri="{BB962C8B-B14F-4D97-AF65-F5344CB8AC3E}">
        <p14:creationId xmlns:p14="http://schemas.microsoft.com/office/powerpoint/2010/main" val="13096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75945-AE9E-FA32-5953-44AD164A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66FBD4E6-01E0-B93C-3F82-E9E185A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按键</a:t>
            </a:r>
            <a:r>
              <a:rPr lang="en-US" altLang="zh-CN" dirty="0"/>
              <a:t> On/Off </a:t>
            </a:r>
            <a:r>
              <a:rPr lang="zh-CN" altLang="en-US" dirty="0"/>
              <a:t>灯光设置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56BA9B3-8F78-58FD-1B4A-1C3C5B552D39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D006E1F-49FE-1B42-2366-412B03696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0D68797-5BD2-BF47-F285-B15054A67899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1. </a:t>
              </a:r>
              <a:r>
                <a:rPr lang="zh-CN" altLang="en-US" sz="1600" dirty="0"/>
                <a:t>设置色度</a:t>
              </a:r>
              <a:r>
                <a:rPr lang="en-US" altLang="zh-CN" sz="1600" dirty="0"/>
                <a:t> (</a:t>
              </a:r>
              <a:r>
                <a:rPr lang="zh-CN" altLang="en-US" sz="1600" dirty="0"/>
                <a:t>颜色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16BDE71-DC66-7D87-0CDD-1C3F01BA0023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2CEAE13-EA68-AAC0-E8C1-22B8B68C4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3B5E6331-A912-9AD3-B6C0-D4CADA513D9E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2. </a:t>
              </a:r>
              <a:r>
                <a:rPr lang="zh-CN" altLang="en-US" sz="1600" dirty="0"/>
                <a:t>设置灰度</a:t>
              </a:r>
              <a:br>
                <a:rPr lang="en-US" altLang="zh-CN" sz="1600" dirty="0"/>
              </a:br>
              <a:r>
                <a:rPr lang="en-US" altLang="zh-CN" sz="1600" dirty="0"/>
                <a:t> (</a:t>
              </a:r>
              <a:r>
                <a:rPr lang="zh-CN" altLang="en-US" sz="1600" dirty="0"/>
                <a:t>色彩饱和度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FD2763FD-73FF-5B25-6881-2BE8605E8B01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36524CC-6C9B-1190-F234-B9EDA52FF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746683A-D844-4BC5-BB56-EB5235152F24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3. </a:t>
              </a:r>
              <a:r>
                <a:rPr lang="zh-CN" altLang="en-US" sz="1600" dirty="0"/>
                <a:t>设置明度 </a:t>
              </a:r>
              <a:r>
                <a:rPr lang="en-US" altLang="zh-CN" sz="1600" dirty="0"/>
                <a:t>(</a:t>
              </a:r>
              <a:r>
                <a:rPr lang="zh-CN" altLang="en-US" sz="1600" dirty="0"/>
                <a:t>亮度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B8463000-15B5-15AF-9E62-B194A680FF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84F9DAF-2390-0BC9-5A6D-7B4FD026F089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911003-D0DA-D4D4-659F-6C0E58383344}"/>
              </a:ext>
            </a:extLst>
          </p:cNvPr>
          <p:cNvSpPr txBox="1"/>
          <p:nvPr/>
        </p:nvSpPr>
        <p:spPr>
          <a:xfrm>
            <a:off x="4837220" y="4586655"/>
            <a:ext cx="3817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选择需要应用的键</a:t>
            </a:r>
            <a:br>
              <a:rPr lang="en-US" altLang="zh-CN" dirty="0"/>
            </a:br>
            <a:r>
              <a:rPr lang="en-US" altLang="zh-CN" dirty="0"/>
              <a:t>(</a:t>
            </a:r>
            <a:r>
              <a:rPr lang="zh-CN" altLang="en-US" dirty="0"/>
              <a:t>设置过程中随时切换</a:t>
            </a:r>
            <a:r>
              <a:rPr lang="en-US" altLang="zh-CN" dirty="0"/>
              <a:t>)</a:t>
            </a:r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04A4E851-680F-BF3F-C8ED-FD4374808954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F76715EA-C954-D5AE-EBE0-C8CF48B19CCA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CBCB224-A021-7A8D-A6F3-4ADBC4922651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D3D47080-8301-C758-FEFF-4F4831D888E5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DEB7D201-B9F2-111F-99D7-C06E7187C3F1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696798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31AEF81C-1EBC-FCB8-26A3-E9C60A70B7E6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B215F35B-094D-BD90-F916-29D11274672F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完成确认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14422B4-3700-767B-61C6-12C525417C33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FA995D-D44B-A7A2-D640-63252468D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2212" y="346538"/>
            <a:ext cx="1488550" cy="70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05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77B-6586-BB37-D858-382A9EAC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0472C003-F19B-28D3-9B1B-E3BE5775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霍尔按键触发和恢复行程设置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92080C4-9D02-B08D-1717-6DD73379B5EE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4500EA1-F2C7-F9C3-F1A7-9918A33AD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45A22DF8-887E-CCD4-783B-2C6445C41377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lang="zh-CN" altLang="en-US" sz="1600" dirty="0"/>
                <a:t>设置行程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680B4369-3810-F04C-C507-D33AC7CDBF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347E18AB-89B5-FD16-0D34-12ABE4ECF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5F15138-7CA4-6D53-DA4F-E30EF655DC69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38835-2D3F-DDF5-DCB1-0A6238134543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选择需要应用的键</a:t>
            </a:r>
            <a:endParaRPr lang="en-US" altLang="zh-CN" sz="1600" b="1" dirty="0"/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4782A39A-A329-C207-4181-B32EBF963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488" y="3015292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2551ECD6-C700-40D2-75B1-DBD589E52561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CEF0A85B-A63F-E183-EADC-981E317E3787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650749298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458</Words>
  <Application>Microsoft Office PowerPoint</Application>
  <PresentationFormat>宽屏</PresentationFormat>
  <Paragraphs>148</Paragraphs>
  <Slides>15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2</vt:i4>
      </vt:variant>
      <vt:variant>
        <vt:lpstr>主题</vt:lpstr>
      </vt:variant>
      <vt:variant>
        <vt:i4>3</vt:i4>
      </vt:variant>
      <vt:variant>
        <vt:lpstr>嵌入 OLE 服务器</vt:lpstr>
      </vt:variant>
      <vt:variant>
        <vt:i4>0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Arial</vt:lpstr>
      <vt:lpstr>自定义设计方案</vt:lpstr>
      <vt:lpstr>Office 主题​​</vt:lpstr>
      <vt:lpstr>1_自定义设计方案</vt:lpstr>
      <vt:lpstr>PowerPoint 演示文稿</vt:lpstr>
      <vt:lpstr>PowerPoint 演示文稿</vt:lpstr>
      <vt:lpstr>POWER-ON</vt:lpstr>
      <vt:lpstr>NORMAL MODE</vt:lpstr>
      <vt:lpstr>LED LEVEL MODE</vt:lpstr>
      <vt:lpstr>SETUP MODE</vt:lpstr>
      <vt:lpstr>Key On/Off Light</vt:lpstr>
      <vt:lpstr>Key Trigger/Release Distance</vt:lpstr>
      <vt:lpstr>PowerPoint 演示文稿</vt:lpstr>
      <vt:lpstr>上电</vt:lpstr>
      <vt:lpstr>一般模式</vt:lpstr>
      <vt:lpstr>LED 亮度设置</vt:lpstr>
      <vt:lpstr>基础配置</vt:lpstr>
      <vt:lpstr>按键 On/Off 灯光设置</vt:lpstr>
      <vt:lpstr>霍尔按键触发和恢复行程设置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Hao Wu</dc:creator>
  <cp:lastModifiedBy>Hao Wu</cp:lastModifiedBy>
  <cp:revision>429</cp:revision>
  <cp:lastPrinted>2024-12-18T05:15:41Z</cp:lastPrinted>
  <dcterms:created xsi:type="dcterms:W3CDTF">2023-04-15T05:48:36Z</dcterms:created>
  <dcterms:modified xsi:type="dcterms:W3CDTF">2025-09-27T04:30:58Z</dcterms:modified>
</cp:coreProperties>
</file>